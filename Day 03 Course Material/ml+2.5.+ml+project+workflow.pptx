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roxima Nova" charset="1" panose="02000506030000020004"/>
      <p:regular r:id="rId13"/>
    </p:embeddedFont>
    <p:embeddedFont>
      <p:font typeface="Agbalumo" charset="1" panose="00000000000000000000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147">
            <a:off x="-19070" y="5986775"/>
            <a:ext cx="18326140" cy="0"/>
          </a:xfrm>
          <a:prstGeom prst="line">
            <a:avLst/>
          </a:prstGeom>
          <a:ln cap="rnd" w="19050">
            <a:solidFill>
              <a:srgbClr val="63D2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0900" y="2634150"/>
            <a:ext cx="16246200" cy="3177000"/>
            <a:chOff x="0" y="0"/>
            <a:chExt cx="21661600" cy="423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61600" cy="4236000"/>
            </a:xfrm>
            <a:custGeom>
              <a:avLst/>
              <a:gdLst/>
              <a:ahLst/>
              <a:cxnLst/>
              <a:rect r="r" b="b" t="t" l="l"/>
              <a:pathLst>
                <a:path h="4236000" w="21661600">
                  <a:moveTo>
                    <a:pt x="0" y="0"/>
                  </a:moveTo>
                  <a:lnTo>
                    <a:pt x="21661600" y="0"/>
                  </a:lnTo>
                  <a:lnTo>
                    <a:pt x="21661600" y="4236000"/>
                  </a:lnTo>
                  <a:lnTo>
                    <a:pt x="0" y="423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1661600" cy="4236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887"/>
                </a:lnSpc>
              </a:pPr>
              <a:r>
                <a:rPr lang="en-US" sz="823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r>
                <a:rPr lang="en-US" sz="823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.5. ML Project Workflow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456051"/>
            <a:ext cx="1606335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</a:t>
            </a:r>
            <a:r>
              <a:rPr lang="en-US" sz="39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rom Data Collection to Model Deployment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ML  Project  -  Workflow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41810" y="2354726"/>
            <a:ext cx="1484770" cy="1756179"/>
          </a:xfrm>
          <a:custGeom>
            <a:avLst/>
            <a:gdLst/>
            <a:ahLst/>
            <a:cxnLst/>
            <a:rect r="r" b="b" t="t" l="l"/>
            <a:pathLst>
              <a:path h="1756179" w="1484770">
                <a:moveTo>
                  <a:pt x="0" y="0"/>
                </a:moveTo>
                <a:lnTo>
                  <a:pt x="1484770" y="0"/>
                </a:lnTo>
                <a:lnTo>
                  <a:pt x="1484770" y="1756179"/>
                </a:lnTo>
                <a:lnTo>
                  <a:pt x="0" y="17561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84022" y="2354726"/>
            <a:ext cx="1948896" cy="1588350"/>
          </a:xfrm>
          <a:custGeom>
            <a:avLst/>
            <a:gdLst/>
            <a:ahLst/>
            <a:cxnLst/>
            <a:rect r="r" b="b" t="t" l="l"/>
            <a:pathLst>
              <a:path h="1588350" w="1948896">
                <a:moveTo>
                  <a:pt x="0" y="0"/>
                </a:moveTo>
                <a:lnTo>
                  <a:pt x="1948897" y="0"/>
                </a:lnTo>
                <a:lnTo>
                  <a:pt x="1948897" y="1588350"/>
                </a:lnTo>
                <a:lnTo>
                  <a:pt x="0" y="1588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46379" y="6413642"/>
            <a:ext cx="1642347" cy="1486324"/>
          </a:xfrm>
          <a:custGeom>
            <a:avLst/>
            <a:gdLst/>
            <a:ahLst/>
            <a:cxnLst/>
            <a:rect r="r" b="b" t="t" l="l"/>
            <a:pathLst>
              <a:path h="1486324" w="1642347">
                <a:moveTo>
                  <a:pt x="0" y="0"/>
                </a:moveTo>
                <a:lnTo>
                  <a:pt x="1642347" y="0"/>
                </a:lnTo>
                <a:lnTo>
                  <a:pt x="1642347" y="1486324"/>
                </a:lnTo>
                <a:lnTo>
                  <a:pt x="0" y="14863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93686" y="6206616"/>
            <a:ext cx="2072479" cy="1771028"/>
          </a:xfrm>
          <a:custGeom>
            <a:avLst/>
            <a:gdLst/>
            <a:ahLst/>
            <a:cxnLst/>
            <a:rect r="r" b="b" t="t" l="l"/>
            <a:pathLst>
              <a:path h="1771028" w="2072479">
                <a:moveTo>
                  <a:pt x="0" y="0"/>
                </a:moveTo>
                <a:lnTo>
                  <a:pt x="2072480" y="0"/>
                </a:lnTo>
                <a:lnTo>
                  <a:pt x="2072480" y="1771028"/>
                </a:lnTo>
                <a:lnTo>
                  <a:pt x="0" y="17710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14416" y="6335965"/>
            <a:ext cx="1587640" cy="1641679"/>
          </a:xfrm>
          <a:custGeom>
            <a:avLst/>
            <a:gdLst/>
            <a:ahLst/>
            <a:cxnLst/>
            <a:rect r="r" b="b" t="t" l="l"/>
            <a:pathLst>
              <a:path h="1641679" w="1587640">
                <a:moveTo>
                  <a:pt x="0" y="0"/>
                </a:moveTo>
                <a:lnTo>
                  <a:pt x="1587640" y="0"/>
                </a:lnTo>
                <a:lnTo>
                  <a:pt x="1587640" y="1641679"/>
                </a:lnTo>
                <a:lnTo>
                  <a:pt x="0" y="16416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97259" y="2272882"/>
            <a:ext cx="1421353" cy="1768402"/>
          </a:xfrm>
          <a:custGeom>
            <a:avLst/>
            <a:gdLst/>
            <a:ahLst/>
            <a:cxnLst/>
            <a:rect r="r" b="b" t="t" l="l"/>
            <a:pathLst>
              <a:path h="1768402" w="1421353">
                <a:moveTo>
                  <a:pt x="0" y="0"/>
                </a:moveTo>
                <a:lnTo>
                  <a:pt x="1421353" y="0"/>
                </a:lnTo>
                <a:lnTo>
                  <a:pt x="1421353" y="1768402"/>
                </a:lnTo>
                <a:lnTo>
                  <a:pt x="0" y="17684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58253" y="2354726"/>
            <a:ext cx="1756167" cy="1611284"/>
          </a:xfrm>
          <a:custGeom>
            <a:avLst/>
            <a:gdLst/>
            <a:ahLst/>
            <a:cxnLst/>
            <a:rect r="r" b="b" t="t" l="l"/>
            <a:pathLst>
              <a:path h="1611284" w="1756167">
                <a:moveTo>
                  <a:pt x="0" y="0"/>
                </a:moveTo>
                <a:lnTo>
                  <a:pt x="1756168" y="0"/>
                </a:lnTo>
                <a:lnTo>
                  <a:pt x="1756168" y="1611283"/>
                </a:lnTo>
                <a:lnTo>
                  <a:pt x="0" y="161128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505572" y="6512791"/>
            <a:ext cx="1705796" cy="1464853"/>
          </a:xfrm>
          <a:custGeom>
            <a:avLst/>
            <a:gdLst/>
            <a:ahLst/>
            <a:cxnLst/>
            <a:rect r="r" b="b" t="t" l="l"/>
            <a:pathLst>
              <a:path h="1464853" w="1705796">
                <a:moveTo>
                  <a:pt x="0" y="0"/>
                </a:moveTo>
                <a:lnTo>
                  <a:pt x="1705797" y="0"/>
                </a:lnTo>
                <a:lnTo>
                  <a:pt x="1705797" y="1464853"/>
                </a:lnTo>
                <a:lnTo>
                  <a:pt x="0" y="146485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1191" y="4230532"/>
            <a:ext cx="269029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Problem Statement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64849" y="4230532"/>
            <a:ext cx="22013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Data Collection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04573" y="4230532"/>
            <a:ext cx="260672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Data Analysis &amp; Viz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64137" y="4230532"/>
            <a:ext cx="27886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Data Pre-processing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6232" y="8166666"/>
            <a:ext cx="358020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Model Selection &amp; Training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32737" y="8166666"/>
            <a:ext cx="19029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Optimization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32578" y="8181487"/>
            <a:ext cx="155071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Evaluation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11486" y="8181487"/>
            <a:ext cx="182143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 Deployment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Showcase  Projects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47062" y="3946562"/>
            <a:ext cx="2393877" cy="2393877"/>
          </a:xfrm>
          <a:custGeom>
            <a:avLst/>
            <a:gdLst/>
            <a:ahLst/>
            <a:cxnLst/>
            <a:rect r="r" b="b" t="t" l="l"/>
            <a:pathLst>
              <a:path h="2393877" w="2393877">
                <a:moveTo>
                  <a:pt x="0" y="0"/>
                </a:moveTo>
                <a:lnTo>
                  <a:pt x="2393876" y="0"/>
                </a:lnTo>
                <a:lnTo>
                  <a:pt x="2393876" y="2393876"/>
                </a:lnTo>
                <a:lnTo>
                  <a:pt x="0" y="23938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62574" y="3708581"/>
            <a:ext cx="2869837" cy="2869837"/>
          </a:xfrm>
          <a:custGeom>
            <a:avLst/>
            <a:gdLst/>
            <a:ahLst/>
            <a:cxnLst/>
            <a:rect r="r" b="b" t="t" l="l"/>
            <a:pathLst>
              <a:path h="2869837" w="2869837">
                <a:moveTo>
                  <a:pt x="0" y="0"/>
                </a:moveTo>
                <a:lnTo>
                  <a:pt x="2869838" y="0"/>
                </a:lnTo>
                <a:lnTo>
                  <a:pt x="2869838" y="2869838"/>
                </a:lnTo>
                <a:lnTo>
                  <a:pt x="0" y="28698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55444" y="4353217"/>
            <a:ext cx="2909016" cy="1580565"/>
          </a:xfrm>
          <a:custGeom>
            <a:avLst/>
            <a:gdLst/>
            <a:ahLst/>
            <a:cxnLst/>
            <a:rect r="r" b="b" t="t" l="l"/>
            <a:pathLst>
              <a:path h="1580565" w="2909016">
                <a:moveTo>
                  <a:pt x="0" y="0"/>
                </a:moveTo>
                <a:lnTo>
                  <a:pt x="2909015" y="0"/>
                </a:lnTo>
                <a:lnTo>
                  <a:pt x="2909015" y="1580566"/>
                </a:lnTo>
                <a:lnTo>
                  <a:pt x="0" y="15805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147">
            <a:off x="-19070" y="5986775"/>
            <a:ext cx="18326140" cy="0"/>
          </a:xfrm>
          <a:prstGeom prst="line">
            <a:avLst/>
          </a:prstGeom>
          <a:ln cap="rnd" w="19050">
            <a:solidFill>
              <a:srgbClr val="63D2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800250"/>
            <a:ext cx="16246200" cy="3177000"/>
            <a:chOff x="0" y="0"/>
            <a:chExt cx="21661600" cy="423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61600" cy="4236000"/>
            </a:xfrm>
            <a:custGeom>
              <a:avLst/>
              <a:gdLst/>
              <a:ahLst/>
              <a:cxnLst/>
              <a:rect r="r" b="b" t="t" l="l"/>
              <a:pathLst>
                <a:path h="4236000" w="21661600">
                  <a:moveTo>
                    <a:pt x="0" y="0"/>
                  </a:moveTo>
                  <a:lnTo>
                    <a:pt x="21661600" y="0"/>
                  </a:lnTo>
                  <a:lnTo>
                    <a:pt x="21661600" y="4236000"/>
                  </a:lnTo>
                  <a:lnTo>
                    <a:pt x="0" y="423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1661600" cy="4236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887"/>
                </a:lnSpc>
              </a:pPr>
              <a:r>
                <a:rPr lang="en-US" sz="823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Section 2. Machine Learning Basics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DAG132qkAyY</dc:identifier>
  <dcterms:modified xsi:type="dcterms:W3CDTF">2011-08-01T06:04:30Z</dcterms:modified>
  <cp:revision>1</cp:revision>
  <dc:title>ml 2.5. ml project workflow</dc:title>
</cp:coreProperties>
</file>