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375" r:id="rId2"/>
    <p:sldId id="376" r:id="rId3"/>
  </p:sldIdLst>
  <p:sldSz cx="9144000" cy="5143500" type="screen16x9"/>
  <p:notesSz cx="6858000" cy="9144000"/>
  <p:embeddedFontLst>
    <p:embeddedFont>
      <p:font typeface="Lato" panose="020F0502020204030203" pitchFamily="34" charset="0"/>
      <p:regular r:id="rId5"/>
      <p:bold r:id="rId6"/>
      <p:italic r:id="rId7"/>
      <p:boldItalic r:id="rId8"/>
    </p:embeddedFont>
    <p:embeddedFont>
      <p:font typeface="Playfair Display" panose="000005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54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04b1c608e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04b1c608ea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6775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04b1c608ea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04b1c608ea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366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ral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ortune.com/2017/03/22/facebook-fact-checking-tool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statbook.com/stat_sim/sampling_dist/index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239129" y="73741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>
              <a:spcAft>
                <a:spcPts val="1200"/>
              </a:spcAft>
            </a:pPr>
            <a:r>
              <a:rPr lang="en-US" dirty="0"/>
              <a:t>Central Limit Theorem:</a:t>
            </a:r>
          </a:p>
          <a:p>
            <a:pPr marL="342900">
              <a:spcAft>
                <a:spcPts val="1200"/>
              </a:spcAft>
            </a:pPr>
            <a:r>
              <a:rPr lang="en-US" dirty="0">
                <a:hlinkClick r:id="rId3"/>
              </a:rPr>
              <a:t>Facebook Introduces Fact-Checking Alert for Fake News | Fortune</a:t>
            </a:r>
            <a:r>
              <a:rPr lang="en-US" dirty="0"/>
              <a:t> </a:t>
            </a:r>
          </a:p>
          <a:p>
            <a:pPr marL="342900">
              <a:spcAft>
                <a:spcPts val="1200"/>
              </a:spcAft>
            </a:pPr>
            <a:endParaRPr dirty="0"/>
          </a:p>
        </p:txBody>
      </p:sp>
      <p:pic>
        <p:nvPicPr>
          <p:cNvPr id="20482" name="Picture 2" descr="Figure 2 - Facebook Fact Checking Tool Demo">
            <a:extLst>
              <a:ext uri="{FF2B5EF4-FFF2-40B4-BE49-F238E27FC236}">
                <a16:creationId xmlns:a16="http://schemas.microsoft.com/office/drawing/2014/main" id="{DD2B6229-98FB-392D-5D43-72AEA836E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43" y="1684020"/>
            <a:ext cx="6589486" cy="345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2796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239129" y="73741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>
              <a:spcAft>
                <a:spcPts val="1200"/>
              </a:spcAft>
            </a:pPr>
            <a:r>
              <a:rPr lang="en-US" dirty="0"/>
              <a:t>Central Limit Theorem:</a:t>
            </a:r>
          </a:p>
          <a:p>
            <a:pPr marL="342900">
              <a:spcAft>
                <a:spcPts val="1200"/>
              </a:spcAft>
            </a:pPr>
            <a:r>
              <a:rPr lang="en-IN" dirty="0">
                <a:hlinkClick r:id="rId3"/>
              </a:rPr>
              <a:t>Sampling Distributions (onlinestatbook.com)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6582338"/>
      </p:ext>
    </p:extLst>
  </p:cSld>
  <p:clrMapOvr>
    <a:masterClrMapping/>
  </p:clrMapOvr>
</p:sld>
</file>

<file path=ppt/theme/theme1.xml><?xml version="1.0" encoding="utf-8"?>
<a:theme xmlns:a="http://schemas.openxmlformats.org/drawingml/2006/main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24</Words>
  <Application>Microsoft Office PowerPoint</Application>
  <PresentationFormat>On-screen Show (16:9)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Lato</vt:lpstr>
      <vt:lpstr>Playfair Display</vt:lpstr>
      <vt:lpstr>Coral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haripriya nair</dc:creator>
  <cp:lastModifiedBy>sachin saxena</cp:lastModifiedBy>
  <cp:revision>177</cp:revision>
  <dcterms:modified xsi:type="dcterms:W3CDTF">2024-01-22T15:42:35Z</dcterms:modified>
</cp:coreProperties>
</file>