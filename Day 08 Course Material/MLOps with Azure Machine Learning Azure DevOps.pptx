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316" r:id="rId4"/>
    <p:sldId id="317" r:id="rId5"/>
    <p:sldId id="318" r:id="rId6"/>
    <p:sldId id="315" r:id="rId7"/>
  </p:sldIdLst>
  <p:sldSz cx="12190413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1478" y="-63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Dr Sachin Saxena                                       Azure Data Analytics Trainer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9C5F0C-7DFA-4AED-ABCF-C2DCAA04BBD3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Info_Nxon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6F740-A080-4933-8508-AAC03B5A2D4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Dr Sachin Saxena                                       Azure Data Analytics Trainer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921C5-84E6-472E-A1A7-27ACF01E51A8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Info_Nxon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3B94A-F185-4EB9-BFF1-B52CF2AEC1F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63B94A-F185-4EB9-BFF1-B52CF2AEC1F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Info_Nxon</a:t>
            </a:r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 smtClean="0"/>
              <a:t>Dr Sachin Saxena                                       Azure Data Analytics Trainer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Dr Sachin Saxena                                       Azure Data Analytics Trainer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Info_Nxon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B94A-F185-4EB9-BFF1-B52CF2AEC1F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Dr Sachin Saxena                                       Azure Data Analytics Trainer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Info_Nxon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B94A-F185-4EB9-BFF1-B52CF2AEC1F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Dr Sachin Saxena                                       Azure Data Analytics Trainer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Info_Nxon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B94A-F185-4EB9-BFF1-B52CF2AEC1F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Dr Sachin Saxena                                       Azure Data Analytics Trainer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Info_Nxon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3B94A-F185-4EB9-BFF1-B52CF2AEC1F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EFC7835C-C385-4F94-B4FB-9F8060F67DAB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F6FA7932-F860-4329-B7A0-ED808BB8088D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E8A31F7B-D11B-43BB-87CF-95DAAE586500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21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793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0620F9F3-21CA-4BDF-A2D2-5B51EB6B7FB7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E575C62B-B231-47FE-AE98-4C966C8B6EAB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1031B4FF-9C38-4393-B2C6-FDE573A33311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D9372F5C-71F1-4B4D-AC20-30819C861305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Dr </a:t>
            </a:r>
            <a:r>
              <a:rPr lang="en-US" dirty="0" err="1" smtClean="0"/>
              <a:t>Sachin</a:t>
            </a:r>
            <a:r>
              <a:rPr lang="en-US" dirty="0" smtClean="0"/>
              <a:t> </a:t>
            </a:r>
            <a:r>
              <a:rPr lang="en-US" dirty="0" err="1" smtClean="0"/>
              <a:t>Saxena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END to END Project.png"/>
          <p:cNvPicPr>
            <a:picLocks noChangeAspect="1"/>
          </p:cNvPicPr>
          <p:nvPr userDrawn="1"/>
        </p:nvPicPr>
        <p:blipFill>
          <a:blip r:embed="rId2" cstate="print"/>
          <a:srcRect t="68750" b="12500"/>
          <a:stretch>
            <a:fillRect/>
          </a:stretch>
        </p:blipFill>
        <p:spPr>
          <a:xfrm>
            <a:off x="4666633" y="6215083"/>
            <a:ext cx="2989964" cy="525723"/>
          </a:xfrm>
          <a:prstGeom prst="rect">
            <a:avLst/>
          </a:prstGeom>
        </p:spPr>
      </p:pic>
      <p:pic>
        <p:nvPicPr>
          <p:cNvPr id="7" name="Picture 6" descr="logo - 300X300.jpe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89408" cy="5461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22637069-44F2-408A-99C5-DD39DC185486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D30E9262-E86B-464B-84C5-04ABB38CA58A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CCF8CFE7-0C02-4B24-AD06-36169F07F418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049" y="274639"/>
            <a:ext cx="2742843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21" y="274639"/>
            <a:ext cx="802535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/>
          <a:lstStyle/>
          <a:p>
            <a:fld id="{A2C731BB-3D19-43AE-AAC8-02199B039AD6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201"/>
            <a:ext cx="10971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8" y="6356351"/>
            <a:ext cx="3860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Dr </a:t>
            </a:r>
            <a:r>
              <a:rPr lang="en-US" dirty="0" err="1" smtClean="0"/>
              <a:t>Sachin</a:t>
            </a:r>
            <a:r>
              <a:rPr lang="en-US" dirty="0" smtClean="0"/>
              <a:t> </a:t>
            </a:r>
            <a:r>
              <a:rPr lang="en-US" dirty="0" err="1" smtClean="0"/>
              <a:t>Saxena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8E87B-DE50-4D8D-8467-14699E6035B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 - 300X300.jpe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666049" cy="6429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chin-saxena-graphic-designer/" TargetMode="External"/><Relationship Id="rId2" Type="http://schemas.openxmlformats.org/officeDocument/2006/relationships/hyperlink" Target="https://docs.google.com/document/d/1N0p0AFR0zH4lg2VZTgp73LmlKZ2MAV45SYI4KzLcwLY/edit?usp=sharing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achinsaxena.graphy.com/courses/Data-Engineering--676d508b2eee327ebbe53b2b" TargetMode="External"/><Relationship Id="rId4" Type="http://schemas.openxmlformats.org/officeDocument/2006/relationships/hyperlink" Target="https://forms.gle/5VxqwnMLuqdoJwKb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142984"/>
            <a:ext cx="12190413" cy="1785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340" y="1285861"/>
            <a:ext cx="10361851" cy="1470025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solidFill>
                  <a:schemeClr val="bg1"/>
                </a:solidFill>
              </a:rPr>
              <a:t>MLOps</a:t>
            </a:r>
            <a:r>
              <a:rPr lang="en-US" b="1" dirty="0" smtClean="0">
                <a:solidFill>
                  <a:schemeClr val="bg1"/>
                </a:solidFill>
              </a:rPr>
              <a:t> with 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rgbClr val="FFFF00"/>
                </a:solidFill>
              </a:rPr>
              <a:t>Azure Machine Learning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8728" y="1443842"/>
            <a:ext cx="1188168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</a:rPr>
              <a:t>What you'll learn:-</a:t>
            </a:r>
          </a:p>
          <a:p>
            <a:endParaRPr lang="en-US" dirty="0" smtClean="0"/>
          </a:p>
          <a:p>
            <a:r>
              <a:rPr lang="en-US" sz="2200" dirty="0" smtClean="0"/>
              <a:t>➡ How to use Azure Machine Learning from Development to Production</a:t>
            </a:r>
          </a:p>
          <a:p>
            <a:endParaRPr lang="en-US" sz="2200" dirty="0" smtClean="0"/>
          </a:p>
          <a:p>
            <a:r>
              <a:rPr lang="en-US" sz="2200" dirty="0" smtClean="0"/>
              <a:t>➡ </a:t>
            </a:r>
            <a:r>
              <a:rPr lang="en-US" sz="2200" b="1" dirty="0" smtClean="0"/>
              <a:t>How to automate End 2 End machine Learning Solution on Azure</a:t>
            </a:r>
          </a:p>
          <a:p>
            <a:endParaRPr lang="en-US" sz="2200" dirty="0" smtClean="0"/>
          </a:p>
          <a:p>
            <a:r>
              <a:rPr lang="en-US" sz="2200" dirty="0" smtClean="0"/>
              <a:t>➡ Run an end-to-end CI/CD </a:t>
            </a:r>
            <a:r>
              <a:rPr lang="en-US" sz="2200" dirty="0" err="1" smtClean="0"/>
              <a:t>MLOps</a:t>
            </a:r>
            <a:r>
              <a:rPr lang="en-US" sz="2200" dirty="0" smtClean="0"/>
              <a:t> pipeline using Azure </a:t>
            </a:r>
            <a:r>
              <a:rPr lang="en-US" sz="2200" dirty="0" err="1" smtClean="0"/>
              <a:t>DevOps</a:t>
            </a:r>
            <a:r>
              <a:rPr lang="en-US" sz="2200" dirty="0" smtClean="0"/>
              <a:t> &amp; Azure Machine learning</a:t>
            </a:r>
          </a:p>
          <a:p>
            <a:endParaRPr lang="en-US" sz="2200" dirty="0" smtClean="0"/>
          </a:p>
          <a:p>
            <a:r>
              <a:rPr lang="en-US" sz="2200" dirty="0" smtClean="0"/>
              <a:t>➡ </a:t>
            </a:r>
            <a:r>
              <a:rPr lang="en-US" sz="2200" b="1" dirty="0" smtClean="0"/>
              <a:t>How to Use Azure </a:t>
            </a:r>
            <a:r>
              <a:rPr lang="en-US" sz="2200" b="1" dirty="0" err="1" smtClean="0"/>
              <a:t>DevOps</a:t>
            </a:r>
            <a:r>
              <a:rPr lang="en-US" sz="2200" b="1" dirty="0" smtClean="0"/>
              <a:t> for Continuous Integration, continuous deployment on Machine Learning</a:t>
            </a:r>
          </a:p>
          <a:p>
            <a:r>
              <a:rPr lang="en-US" sz="2200" dirty="0" smtClean="0"/>
              <a:t>                  </a:t>
            </a:r>
          </a:p>
          <a:p>
            <a:r>
              <a:rPr lang="en-US" sz="2200" dirty="0" smtClean="0"/>
              <a:t>➡ Bests practices and highly demanded capabilities of machine learning on Azure Cloud</a:t>
            </a:r>
          </a:p>
          <a:p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170" name="Picture 2" descr="ML Lifecyc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536" y="2124058"/>
            <a:ext cx="12005341" cy="2609884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122" name="Picture 2" descr="ML Loo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2222" y="609600"/>
            <a:ext cx="11745971" cy="56388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4" name="Picture 2" descr="Flow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876905"/>
            <a:ext cx="12190413" cy="5104193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7578" y="928670"/>
            <a:ext cx="1000001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➡ </a:t>
            </a:r>
            <a:r>
              <a:rPr lang="en-US" dirty="0" err="1" smtClean="0"/>
              <a:t>Daywise</a:t>
            </a:r>
            <a:r>
              <a:rPr lang="en-US" dirty="0" smtClean="0"/>
              <a:t> Syllabus: </a:t>
            </a:r>
            <a:r>
              <a:rPr lang="en-US" dirty="0" smtClean="0">
                <a:hlinkClick r:id="rId2"/>
              </a:rPr>
              <a:t>https://docs.google.com/document/d/1N0p0AFR0zH4lg2VZTgp73LmlKZ2MAV45SYI4KzLcwLY/edit?usp=sharing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➡ Instructor Profile: </a:t>
            </a:r>
            <a:r>
              <a:rPr lang="en-US" dirty="0" smtClean="0">
                <a:hlinkClick r:id="rId3"/>
              </a:rPr>
              <a:t>https://www.linkedin.com/in/sachin-saxena-graphic-designer/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➡ Registration Link: </a:t>
            </a:r>
            <a:r>
              <a:rPr lang="en-US" dirty="0" smtClean="0">
                <a:hlinkClick r:id="rId4"/>
              </a:rPr>
              <a:t>https://forms.gle/5VxqwnMLuqdoJwKb9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➡ Demo Link: </a:t>
            </a:r>
            <a:r>
              <a:rPr lang="en-US" dirty="0" smtClean="0">
                <a:hlinkClick r:id="rId5"/>
              </a:rPr>
              <a:t>https://sachinsaxena.graphy.com/courses/Data-Engineering--676d508b2eee327ebbe53b2b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➡ Job Assistance </a:t>
            </a:r>
            <a:r>
              <a:rPr lang="en-US" dirty="0" err="1" smtClean="0"/>
              <a:t>WhatsApp</a:t>
            </a:r>
            <a:r>
              <a:rPr lang="en-US" dirty="0" smtClean="0"/>
              <a:t> Group link: https://chat.whatsapp.com/CrFEmndkTJ2LLzuhxDu054        </a:t>
            </a:r>
          </a:p>
          <a:p>
            <a:r>
              <a:rPr lang="en-US" dirty="0" smtClean="0"/>
              <a:t>                       </a:t>
            </a:r>
          </a:p>
          <a:p>
            <a:r>
              <a:rPr lang="en-US" dirty="0" smtClean="0"/>
              <a:t>➡ Course Link: https://sachinsaxena.graphy.com/courses/End-to-End-Azure-Data-Engineering-with-AI--August-30-689d79bcbf3c722102ef97ee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8E87B-DE50-4D8D-8467-14699E6035B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173</Words>
  <Application>Microsoft Office PowerPoint</Application>
  <PresentationFormat>Custom</PresentationFormat>
  <Paragraphs>43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MLOps with  Azure Machine Learning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integrate Azure DevOps with DataBricks </dc:title>
  <dc:creator>hp</dc:creator>
  <cp:lastModifiedBy>hp</cp:lastModifiedBy>
  <cp:revision>14</cp:revision>
  <dcterms:created xsi:type="dcterms:W3CDTF">2025-08-17T16:50:38Z</dcterms:created>
  <dcterms:modified xsi:type="dcterms:W3CDTF">2025-12-02T02:45:56Z</dcterms:modified>
</cp:coreProperties>
</file>