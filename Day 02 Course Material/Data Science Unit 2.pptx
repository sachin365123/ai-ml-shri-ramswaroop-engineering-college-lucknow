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316" r:id="rId2"/>
    <p:sldId id="310" r:id="rId3"/>
    <p:sldId id="312" r:id="rId4"/>
    <p:sldId id="314" r:id="rId5"/>
  </p:sldIdLst>
  <p:sldSz cx="9144000" cy="5143500" type="screen16x9"/>
  <p:notesSz cx="6858000" cy="9144000"/>
  <p:embeddedFontLst>
    <p:embeddedFont>
      <p:font typeface="Lato" panose="020F0502020204030203" pitchFamily="34" charset="0"/>
      <p:regular r:id="rId7"/>
      <p:bold r:id="rId8"/>
      <p:italic r:id="rId9"/>
      <p:boldItalic r:id="rId10"/>
    </p:embeddedFont>
    <p:embeddedFont>
      <p:font typeface="Playfair Display" panose="000005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54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04b1c608ea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04b1c608ea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7001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04b1c608ea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04b1c608ea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9409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04b1c608ea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04b1c608ea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7209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04b1c608ea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04b1c608ea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0135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ral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croobly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till.pub/2016/handwritin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quickdraw.withgoogle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todraw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906177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2.1 Data Science Use Cases (DSUCs):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Use Case: 2: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 err="1">
                <a:hlinkClick r:id="rId3"/>
              </a:rPr>
              <a:t>Scroobly</a:t>
            </a:r>
            <a:r>
              <a:rPr lang="en-US" dirty="0">
                <a:hlinkClick r:id="rId3"/>
              </a:rPr>
              <a:t> - </a:t>
            </a:r>
            <a:r>
              <a:rPr lang="en-US" dirty="0" err="1">
                <a:hlinkClick r:id="rId3"/>
              </a:rPr>
              <a:t>Scrooble</a:t>
            </a:r>
            <a:r>
              <a:rPr lang="en-US" dirty="0">
                <a:hlinkClick r:id="rId3"/>
              </a:rPr>
              <a:t> a doodle. Bring it to life.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1108A7-8F3A-FAD2-FD96-FDC10C22EA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307" t="8774" r="25001"/>
          <a:stretch/>
        </p:blipFill>
        <p:spPr>
          <a:xfrm>
            <a:off x="4783014" y="0"/>
            <a:ext cx="4360986" cy="469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47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2.1 Data Science Use Cases (DSUCs):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Use Case: 3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hlinkClick r:id="rId3"/>
              </a:rPr>
              <a:t>Experiments in Handwriting with a Neural Network (distill.pub)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766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/>
              <a:t>Data </a:t>
            </a:r>
            <a:r>
              <a:rPr lang="en-US" dirty="0"/>
              <a:t>Science Use Cases (DSUCs):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Use Case: 4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>
                <a:hlinkClick r:id="rId3"/>
              </a:rPr>
              <a:t>Quick, Draw! (quickdraw.withgoogle.com)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BD09EC-D5EF-1A38-4BAB-DDC6DBD0AD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974" t="15840" r="27115" b="13390"/>
          <a:stretch/>
        </p:blipFill>
        <p:spPr>
          <a:xfrm>
            <a:off x="4923691" y="433754"/>
            <a:ext cx="4015155" cy="364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912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906177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2.1 Data Science Use Cases (DSUCs):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Use Case: 5: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 err="1">
                <a:hlinkClick r:id="rId3"/>
              </a:rPr>
              <a:t>AutoDraw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A4DE717-7E3A-57DA-3252-575A2B071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739" y="911763"/>
            <a:ext cx="5995469" cy="307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290227"/>
      </p:ext>
    </p:extLst>
  </p:cSld>
  <p:clrMapOvr>
    <a:masterClrMapping/>
  </p:clrMapOvr>
</p:sld>
</file>

<file path=ppt/theme/theme1.xml><?xml version="1.0" encoding="utf-8"?>
<a:theme xmlns:a="http://schemas.openxmlformats.org/drawingml/2006/main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84</Words>
  <Application>Microsoft Office PowerPoint</Application>
  <PresentationFormat>On-screen Show (16:9)</PresentationFormat>
  <Paragraphs>12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Lato</vt:lpstr>
      <vt:lpstr>Playfair Display</vt:lpstr>
      <vt:lpstr>Coral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haripriya nair</dc:creator>
  <cp:lastModifiedBy>sachin saxena</cp:lastModifiedBy>
  <cp:revision>96</cp:revision>
  <dcterms:modified xsi:type="dcterms:W3CDTF">2024-01-27T09:01:53Z</dcterms:modified>
</cp:coreProperties>
</file>